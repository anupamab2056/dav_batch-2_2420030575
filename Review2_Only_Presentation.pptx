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64" r:id="rId6"/>
    <p:sldId id="259" r:id="rId7"/>
    <p:sldId id="260" r:id="rId8"/>
    <p:sldId id="265" r:id="rId9"/>
    <p:sldId id="266" r:id="rId10"/>
    <p:sldId id="267" r:id="rId11"/>
    <p:sldId id="26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1C01DB-882B-45C7-8A67-8D3D08E942FD}">
          <p14:sldIdLst>
            <p14:sldId id="256"/>
            <p14:sldId id="257"/>
            <p14:sldId id="258"/>
            <p14:sldId id="262"/>
            <p14:sldId id="264"/>
            <p14:sldId id="259"/>
            <p14:sldId id="260"/>
            <p14:sldId id="265"/>
            <p14:sldId id="266"/>
            <p14:sldId id="267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50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A214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work/klu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6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 –  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Customer Purchase Behaviour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Using Data Analytics and Visualization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" y="3977640"/>
            <a:ext cx="292608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Anahita Bhalme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2420030708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Karishma Suthar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2420030384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Bejagama Anupama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2420030575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0640" y="45262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Garimidi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Siva Sree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Dept. of Computer Science &amp; Engineering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(Deemed to be University)  •  Off-Campus, Bowrampet, Hyderabad, Telangana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Implementation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3406140"/>
            <a:ext cx="969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2920" y="2514600"/>
            <a:ext cx="1783080" cy="17830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24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6006" y="3406140"/>
            <a:ext cx="969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82926" y="2514600"/>
            <a:ext cx="1783080" cy="178308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2926" y="2624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82926" y="3017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46013" y="3406140"/>
            <a:ext cx="969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62933" y="2514600"/>
            <a:ext cx="1783080" cy="17830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2933" y="2624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62933" y="3017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26019" y="3406140"/>
            <a:ext cx="969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42939" y="2514600"/>
            <a:ext cx="1783080" cy="178308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2939" y="2624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42939" y="3017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06026" y="3406140"/>
            <a:ext cx="9692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22946" y="2514600"/>
            <a:ext cx="1783080" cy="17830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2946" y="2624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22946" y="3017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02952" y="2514600"/>
            <a:ext cx="1783080" cy="178308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02952" y="2624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902952" y="3017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Insights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1–3 (cleaning &amp; preprocessing) and 4–6 (analysis &amp; visualization) are complete for this review; research-paper drafting begins in the next phase.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2  |  E-Commerce Customer Purchase Behaviour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9280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7647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handled missing or null entries across all key fields.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9718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62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84378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and removed duplicate transaction records from the dataset.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507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050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9410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Correction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92277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inconsistent formats such as dates, currency and categorical labels.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51297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129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0200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50017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unusual purchase values for closer review before analysis.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2  |  E-Commerce Customer Purchase Behaviour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5EEBE-AC22-931A-5A95-46D51600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3" y="290944"/>
            <a:ext cx="5753049" cy="5264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2C6DCB-70E1-56EF-19FD-8C964F5C7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53" y="0"/>
            <a:ext cx="5261315" cy="60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61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AB108-3800-FF5D-98F6-80B907FE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9" y="0"/>
            <a:ext cx="364474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4FF6F-4DAF-CE5C-D64A-94660D66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7620000" cy="629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3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Techniques Applied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8196" y="194767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68196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67919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691640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5404" y="194767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375404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47288" y="267919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3056" y="1691640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82612" y="194767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182612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267919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70264" y="1691640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89820" y="194767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989820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61704" y="267919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68196" y="4078224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1568196" y="4078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" y="480974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55848" y="3822192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75404" y="4078224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375404" y="4078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447288" y="480974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63056" y="3822192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82612" y="4078224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7182612" y="4078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54496" y="480974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970264" y="3822192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989820" y="4078224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9989820" y="4078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61704" y="480974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2  |  E-Commerce Customer Purchase Behaviour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Product Analysis Delivered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2199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36192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Analysis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36192" y="26243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patterns segmented by age, gender and location.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96596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22199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87184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Analysis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87184" y="26243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most and least purchased product categories.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09651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36192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Pattern Analysis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36192" y="44988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timing trends across customer transactions.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9632" y="384048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9EF"/>
            </a:solidFill>
            <a:prstDash val="solid"/>
          </a:ln>
          <a:effectLst>
            <a:outerShdw blurRad="63500" dist="25400" dir="5400000" algn="bl" rotWithShape="0">
              <a:srgbClr val="9AA7B4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9651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87184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Behaviour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87184" y="44988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of high-value versus low-value customers.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2  |  E-Commerce Customer Purchase Behaviour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221F06-EA12-E1F3-ADBD-EF1B03339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05" y="0"/>
            <a:ext cx="9784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8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44C08-F82C-BC2F-F58E-B9665C10B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99" y="301985"/>
            <a:ext cx="11405001" cy="619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9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B18DEE-F328-D982-B971-EF1C3434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38" y="481878"/>
            <a:ext cx="11533044" cy="576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83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Obtained So Far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55648"/>
            <a:ext cx="1280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1755648"/>
            <a:ext cx="1920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techniques applied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755648"/>
            <a:ext cx="1280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760720" y="1755648"/>
            <a:ext cx="1920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product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dimensions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755648"/>
            <a:ext cx="1280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555480" y="1755648"/>
            <a:ext cx="1920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Identified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and underperforming product categories mapped out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patterns found in customer spending behaviour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 segments identified for targeting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uncovered between demographics and purchase choices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2  |  E-Commerce Customer Purchase Behaviour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376</Words>
  <Application>Microsoft Office PowerPoint</Application>
  <PresentationFormat>Widescreen</PresentationFormat>
  <Paragraphs>120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Anahita Bhalme</cp:lastModifiedBy>
  <cp:revision>6</cp:revision>
  <dcterms:created xsi:type="dcterms:W3CDTF">2026-09-18T04:54:27Z</dcterms:created>
  <dcterms:modified xsi:type="dcterms:W3CDTF">2026-09-18T05:25:32Z</dcterms:modified>
</cp:coreProperties>
</file>